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6000" b="1">
                <a:solidFill>
                  <a:srgbClr val="C79F97"/>
                </a:solidFill>
              </a:defRPr>
            </a:pPr>
            <a:r>
              <a:t>AutoDS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The End-to-End AI Data Science Platform</a:t>
            </a:r>
          </a:p>
          <a:p>
            <a:pPr>
              <a:defRPr sz="1800">
                <a:solidFill>
                  <a:srgbClr val="FFFFFF"/>
                </a:solidFill>
              </a:defRPr>
            </a:pP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Batch Details: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D. Jahnavi (24N31A6754)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B. Lokesh Raju (24N31A6727)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D. Gurva Raj (24N31A6753)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79F97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- Data Science is manual, time-consuming, and highly technical.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Cleaning anomalies and selecting models requires extensive boilerplate.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AutoDS democratizes AI by automating the entire cycle.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Goal: Transform raw data into industry-ready reports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79F97"/>
                </a:solidFill>
              </a:defRPr>
            </a:pPr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- React Frontend: Stunning dark-mode UI with Plotly visualizations.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FastAPI Backend: High-performance API orchestration.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Celery Workers: Asynchronous ML pipeline processing.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Ollama AI: Generative AI for narrative report synthesis.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ML Engine: Automated cleaning, EDA, and model selection.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79F97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- Automated EDA: Shape, nulls, and distributions.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Intelligent Cleaning: Outlier removal and missing value imputation.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Model Battle: Automatic cross-validation of multiple classifiers/regressors.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- 3D Data Topography: PCA visualization of the dataset.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Spline Integration: Interactive 3D robotic greeting.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79F97"/>
                </a:solidFill>
              </a:defRPr>
            </a:pPr>
            <a:r>
              <a:t>Interactive Landing Page</a:t>
            </a:r>
          </a:p>
        </p:txBody>
      </p:sp>
      <p:pic>
        <p:nvPicPr>
          <p:cNvPr id="3" name="Picture 2" descr="hero_section_spline_bot_17735839579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884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Interactive 3D Spline Robot greeting users upon entry.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79F97"/>
                </a:solidFill>
              </a:defRPr>
            </a:pPr>
            <a:r>
              <a:t>Execution Workspace</a:t>
            </a:r>
          </a:p>
        </p:txBody>
      </p:sp>
      <p:pic>
        <p:nvPicPr>
          <p:cNvPr id="3" name="Picture 2" descr="workspace_page_run_pipeline_17735858168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884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Staggered card orchestration for a premium loading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>
                <a:solidFill>
                  <a:srgbClr val="C79F97"/>
                </a:solidFill>
              </a:defRPr>
            </a:pPr>
            <a:r>
              <a:t>Secure Authentication</a:t>
            </a:r>
          </a:p>
        </p:txBody>
      </p:sp>
      <p:pic>
        <p:nvPicPr>
          <p:cNvPr id="3" name="Picture 2" descr="auth_page_login_modal_17735858029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38841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FFFFFF"/>
                </a:solidFill>
              </a:defRPr>
            </a:pPr>
            <a:r>
              <a:t>Fluid animations and breathing text-shadow for a high-end feel.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79F97"/>
                </a:solidFill>
              </a:defRPr>
            </a:pPr>
            <a:r>
              <a:t>Engine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Frontend: React + Vite + Zustand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Middleware: FastAPI + Celery + Redis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Machine Learning: Sklearn + XGBoost + Pandas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Generative AI: Ollama (Large Language Models)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C79F97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- AutoDS eliminates the manual 'grunt work' of data science.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Provides a professional, client-ready aesthetic for AI reporting.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Scalable architecture capable of handling multi-task ML pipelines.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- Ready for industry-level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